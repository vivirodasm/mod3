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Performance con K6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Sesión 6 · target local + Docker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Frase: la performance también se verifica automáticamente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Al salir vas a poder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/ load /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Correr K6 en Docker (imagen 1.8)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Provocar un fallo (rojo) a propósito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Cerrar Reto 1 (concepto): API + CI + umbrales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Funcional vs performance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Correcto ≠ usable bajo carga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Complementa al test funcional; no lo reemplaza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Vocabulario corto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VU · p95 · error rate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Check ≠ threshold (el pipeline escucha el threshold)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 / load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Pausa 20 s: ¿son lo mismo check y threshold?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K6 como código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JS en Git · corre en CI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scenarios + ramping-vus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Imagen grafana/k6:1.8.0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Escala (concepto): Grafana Cloud k6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Target local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nginx · :8080 · /api/health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Sin internet en el camino feliz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DEMO smoke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Predicción → Enter → exit 0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Abre smoke.js: options + thresholds + checks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Tras el café: load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docker compose up -d target | docker compose run --rm k6-smoke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Load + el fallo (rojo)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Stages / ramping-vus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Subir → mantener → bajar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Archivo: load.js · escenario average_load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DEMO load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Señala los thresholds en el resumen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docker compose run --rm k6-load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Cómo leer (sin miedo)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Solo 4 cosas: duration · failed · checks · ✓/✗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Si no sabes leerlo, no vas a saber por qué CI se puso rojo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DEMO del fallo (rojo)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p95 &lt; 1ms → imposible → exit ≠ 0 (99)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“Así se bloquea un merge”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Código: docker compose run --rm k6-fail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K6 en el pipeline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Smoke/pytest en PR · load más pesado de noche / en main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Mismo criterio: código de salida (S5)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Logro del bloque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Ya viste verde y rojo de performance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Tras el café: endureces el umbral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 y cierre Reto 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15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Ver guía del instructor / SESION_0X.md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Mini-reto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16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p(95)&lt;800 → &lt;5 · correr · ver rojo · revertir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JMeter / Gatling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17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Herramientas del mercado · patrón igual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K6 = nuestra ruta, integrada con CI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Reto 1 cerrado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18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API automatizada + CI + K6 thresholds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Piezas S3–S6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Checklist + frase de cierre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19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Checklist del SESION_06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Completa: “Un threshold sirve para ___.”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E7C7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320040"/>
            <a:ext cx="1106424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1B2A4A"/>
                </a:solidFill>
                <a:latin typeface="Calibri"/>
              </a:rPr>
              <a:t>Gracias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200" b="0">
                <a:solidFill>
                  <a:srgbClr val="0E7C7B"/>
                </a:solidFill>
                <a:latin typeface="Calibri"/>
              </a:rPr>
              <a:t>Sesión 6 · Performance K6 · Slide 20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554480"/>
            <a:ext cx="1088136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proyecto-integrador/performance/</a:t>
            </a:r>
          </a:p>
          <a:p>
            <a:pPr>
              <a:spcAft>
                <a:spcPts val="1000"/>
              </a:spcAft>
            </a:pPr>
            <a:r>
              <a:rPr sz="1800" b="0">
                <a:solidFill>
                  <a:srgbClr val="2C3E50"/>
                </a:solidFill>
                <a:latin typeface="Calibri"/>
              </a:rPr>
              <a:t>• Próxima: Seguridad (S7)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48640" y="6446520"/>
            <a:ext cx="1106424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000" b="0">
                <a:solidFill>
                  <a:srgbClr val="7F8C8D"/>
                </a:solidFill>
                <a:latin typeface="Calibri"/>
              </a:rPr>
              <a:t>Certificación 3 — APIs, Performance y Seguridad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