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Performance con K6 — ¿el sistema aguanta?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Sesión 6 de 10 · Curso QA Automation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De "¿devuelve lo correcto?" a "¿lo hace rápido y estable bajo carga?"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SUT: target local (nginx) en Docker — sin depender de internet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Cierre Reto 1: API (S3/S4) + CI (S5) + performance (hoy)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¿Dónde estamos?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S3/S4 ✅ La API responde lo correcto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S5 ✅ CI corre esos tests solo, en cada push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S6 → La pregunta que falta: ¿aguanta bajo carga?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Una API correcta que tarda 3 s con 100 usuarios está, en la práctica, caída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Dos preguntas distintas sobre el mismo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Tipo — Pregunta — Cómo falla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Funcional — ¿Resultado correcto? — assert / check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Performance — ¿Rápido y estable bajo carga? — threshold roto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Ejemplo: GET /checkout OK… en 3.4 s con 200 usuarios → nadie compra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Performance complementa; no reemplaza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Los términos que vas a leer en cada reporte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VU — Usuario virtual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p95 — Cola lenta (no el promedio)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Check — Assert por request — no cambia el exit code solo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Threshold — Criterio global → si se rompe, exit 99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Think time — sleep entre requests (humano real)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Distinción del día: CI escucha el threshold, no el check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Mapa rápido: smoke / load (hoy) · stress / spike (concepto)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El script vive en Git y corre en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JS en PR · imagen grafana/k6:1.8.0 · no instalas K6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Mercado: K6 (nuestra ruta) · JMeter · Gatling · Locust — mismo patrón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Escala (concepto): Grafana Cloud k6 = mismo script, miles de VUs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Código: export const options = { |   vus: 2, duration: "15s", |   thresholds: { http_req_duration: ["p(95)&lt;500"] },  // gate | }; | export default function () {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Qué vamos a golpear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GET /api/health → {"status":"ok"} · GET /api/product → producto con title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K6 pega a http://target:8080 (red Docker), no localhost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Compose espera healthy antes de lanzar K6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Camino feliz reproducible sin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Primera corrida — ¿enciende?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Predicción antes de Enter: ¿exit 0 o ≠ 0?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Resultado real: ✓ p(95)&lt;500 (~49 ms) · checks 100% · exit 0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Abre smoke.js: options + default function + sleep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Café → load con etapas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Código: docker compose up -d target | docker compose run --rm k6-smoke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De "enciende" a "aguanta"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Smoke = ¿responde? · Load = ¿aguanta con etapas?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Sube, mantiene, baja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Misma historia que smoke: health + product + think time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Estilo moderno k6 1.x: scenarios + ramping-vus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Código: scenarios: { |   average_load: { |     executor: "ramping-vus", |     stages: [ |       { duration: "10s", target: 5 },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~10 VUs, ~40 s, ¿sigue rápido?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Resultado real: ✓ p(95)&lt;800 · checks 100% · vus_max 10 · exit 0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Contra un backend real los ms suben → el número del umbral es decisión de negocio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Código: docker compose run --rm k6-load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El resumen es largo — mira solo 4 líneas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Si no sabes leer estas 4, el rojo de CI es superstición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El aha — checks verdes, gate rojo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El check no mueve el gate; el threshold sí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En un pipeline: exit 99 = "no" al merge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Código: thresholds: { http_req_duration: ["p(95)&lt;1"] }  // imposible | checks_succeeded: 100% (98/98)     ← todos verdes | ✗ 'p(95)&lt;1' p(95)≈14ms             ← threshold roto → exit 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Mismo criterio que la S5 +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Smoke en PR (rápido) · load en main / noche (concepto)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Plantilla: performance/workflows/qa-perf.yml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Regla: baseline real + buffer 20–30% = umbral de gate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Hoy el criterio es el exit code, igual que pytest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Logro del bloque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Corriste smoke y load en verde · provocaste exit 99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Entendiste check ≠ threshold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Tras el café: tú endureces el umbral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Mini-reto y cierre del Reto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Ver guía del instructor / SESION_0X.md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Mini-reto: endurece un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Subir/bajar ese número = decisión de negocio, no magia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p95 vs promedio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Métrica — Qué esconde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Promedio — Un pico de 5 s se diluye → engaña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p95 / p99 — Cola lenta = usuario desafortunado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SLO/SLA se escriben con percentiles: "p95 &lt; 300 ms"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Mide la cola, no el centro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Herramientas del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K6 — JS + CI — nuestra ruta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JMeter — GUI · legados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Gatling — JVM · reportes ricos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Locust — Python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Grafana Cloud k6: mismo script, miles de VUs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Reto 1 cerrado +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API (S3/S4) + CI (S5) + umbrales K6 (hoy)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Checklist: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B2A4A"/>
                </a:solidFill>
                <a:latin typeface="Calibri"/>
              </a:rPr>
              <a:t>Errores + frase de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0E7C7B"/>
                </a:solidFill>
                <a:latin typeface="Calibri"/>
              </a:rPr>
              <a:t>Sesión 6 · Performance K6 · Slide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8080 ocupado · target vs localhost · pull lento de k6 · no revertir el mini-reto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Completa: *"Un threshold sirve para ___."*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C3E50"/>
                </a:solidFill>
                <a:latin typeface="Calibri"/>
              </a:rPr>
              <a:t>• S7: Seguridad — el mismo criterio automático, ahora contra vulnerabilidades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7F8C8D"/>
                </a:solidFill>
                <a:latin typeface="Calibri"/>
              </a:rPr>
              <a:t>Certificación 3 — APIs, Performance y Seguridad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