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CI/CD — control de calidad automático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5 · Certificación 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Frase: si solo pasa en tu máquina, no es un test de 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Al salir vas a poder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Explicar CI en una frase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Leer un workflow YAML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Correr pytest en Docker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Ubicar Jenkins / GitLab / Azure entre las opciones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“En mi máquina sí pasa”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Ana verde · Luis rojo → entornos distintos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Falta un entorno neutral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Chat 10 s: ¿les ha pasado?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 y CD 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CI: solo verifica, en un entorno controlado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CD: prepara o despliega de forma automatizada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 = solo la verificación automática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GitHub Actions = práctica en vivo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Jenkins · GitLab · Azure = mismo patrón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Evento → pasos → verde/rojo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Estructura del 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on ¿cuándo? · jobs ¿qué? · runs-on ¿dónde? · steps ¿cómo?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Archivo: ci-lab/workflows/qa-api.yml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Pausa 20 s: ¿qué hace 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Regla de oro + 2026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comando local ≈ CI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Docker = tu máquina imita al runner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Extra: permissions · concurrency · caché de uv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Tras el café lo vemos en verde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— CI en tu máquina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Misma suite api-lab (S4)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Predicción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Antes de correr: ¿verde o rojo?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Escríbelo en el chat (5 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Esperado: 17 passed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Local con uv = opcional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cd proyecto-integrador/ci-lab | docker compose run --rm --no-deps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¿Qué ganamos?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Dependencias fijas · sistema fijo · menos “en mi máquina…”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 parece bastante al runner de Ubuntu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Disparadores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push · pull_request · workflow_dispatch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paths = no gastar CI en cambios irrelevantes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 rápido en el PR · carga pesada después (idea de S6)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Workflow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.github/workflows/qa-api.yml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Señala: permissions · concurrency · working-directory · smoke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¿Quién ve el working-directory?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Logro del bloque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Verde en un entorno controlado, no en una revisión “a ojo” en tu máquina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Tras el café: mini-reto smoke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Mini-reto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/ SESION_0X.md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Mini-reto `-k smoke`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¿Para qué sirve un smoke en un PR grande?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uv run pytest -v -k smoke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CI en una frase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Leo on / jobs / steps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Corrí Docker ci-lab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[ ] Regla: mismo comando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Errores comunes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Docker apagado · primera build lenta · API pública caída · sin uv (Docker igual sirve)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Frase de cierre + adelanto de S6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Completa: “CI es ___ porque ___.”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Mañana: ¿la API es lo bastante rápida?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5 · CI/CD 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sesiones/sesion-05/ + proyecto-integrador/ci-lab/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Próxima: Performance con K6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