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Validación continua · IA · datos · madurez TMMi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Certificación 6 · Día 2 autónomo · 4 horas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Reto 2 + estrategia organizacional (no requiere Docker del Día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Agenda del Día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Bloque 1: Testing IA/ML + pipelines de datos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Bloque 2: Reto 2 práctico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Bloque 3: RPA · simulación de usuarios · gamificación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Bloque 4: TMMi + cierre y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Por qué testing de IA es distinto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No hay “assert igual a 200” suficiente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Modelos: precisión, sesgo, fairness, drift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Datos malos → modelo “correcto” que decide 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Validación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Precisión: ¿acertamos lo que importa?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Sesgo / fairness: ¿el error castiga a un grupo?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Drift: ¿los datos de hoy ya no se parecen a los de entrenamiento?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Herramientas: DeepChecks · SageMaker Model 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Pipelines de datos y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MLflow: tracking de experimentos y métricas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DVC: versionado de datos/modelos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Idea clave: reproducibilidad = calidad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Testing de pipelines ETL/ELT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Integridad, nulos, duplicados, formatos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 el ETL ensucia, el modelo hereda el bug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Herramientas: Great Expectations · Deequ · Soda Core · DBT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Great Expectations en una frase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“Expectativas” sobre columnas y tablas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Suite = contrato de calidad de datos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 el lab: nulos, uniques, sets, rangos, regex de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DeepChecks y monitoreo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DeepChecks: suites de validación de ML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SageMaker Model Monitor: drift en producción (concepto cloud)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Elegir herramienta según stack del equipo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Plan de testing para un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Ver guía del instructor para el relato completo.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Integración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plan no vive en una laptop: vive en el pipeline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Rojo en CI = no merge / no deploy del artefacto de datos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Workflow ejemplo en el Reto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Preview del Reto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5 tests en verde · reporte JSON · MLflow local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uv sync | uv run pytest -v | uv run python -m src.run_pipeline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Cierre Bloque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Datos + modelo + CI = trinomio del Reto 2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Descanso y manos a la obra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Reto 2 — Plan de testing ML +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Ver guía del instructor para el relato completo.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Enunciado del Reto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precisión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sesgo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drift de datos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integridad del pipeline ETL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Paso 1: entorno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macOS: brew install uv o instalador Astral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Windows: instalador PowerShell de uv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Python 3.11+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cd proyectos/ml-data-quality-lab | uv 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Paso 2: suite ETL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Limpio pasa · sucio falla (nulos/duplicados)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Nombrar expectativas al estilo Great Expectations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uv run pytest tests/test_data_quality.py -v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Paso 3: Great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Suite ephemeral sobre dataset limpio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Contrato de datos ejecutable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uv run pytest tests/test_gx_integration.py -v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Paso 4: modelo + MLflow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Precisión · gap por región · PSI de income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Tracking en SQLite local (mlruns/mlflow.db)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uv run pytest tests/test_model_checks.py -v | uv run python -m src.run_pipeline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Paso 5: 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Abrir .github/workflows/quality.yml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Mismos comandos que en local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Mensaje: “si no corre en CI, no es gobernanza”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Debrief Reto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¿Qué fallaría primero en su empresa: datos o modelo?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¿Quién es dueño del umbral de drift?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Puente al Bloque 3: procesos de negocio y RPA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RPA · simulación de usuarios · gamificación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Ver guía del instructor para el relato completo.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RPA para validación de procesos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Bots que ejercitan procesos de negocio repetitivos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Ideal: backoffice, altas, conciliaciones, flujos “click + form”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No reemplaza API/UI testing: complementa donde el proceso es el SUT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Ecosistema RPA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UiPath — Ampliamente usado en empresa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Power Automate — Fuerte en ecosistema Microsoft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Automation Anywhere — Automatización de procesos a escala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Criterio de selección: stack IT + licenciamiento + observabilidad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Casos de uso de validación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Regresión de proceso de altas de cliente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Verificación de reportes batch nocturnos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Smoke de backoffice post-deploy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Evidencia: capturas + logs + ID de transacción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Simulación de usuarios reales con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Modelar comportamiento (no solo scripts lineales)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Escenarios realistas con reinforcement learning (concepto)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Pruebas basadas en patrones de uso reales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Objetivo: encontrar bugs que el camino feliz no 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De script a comportamiento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Más cobertura de “cómo la gente usa el producto”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Requiere telemetría ética y datos de uso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Script fijo → caminos probables → política aprendida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Formación, simulación y gamificación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Simuladores de entornos de testing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Retos prácticos con scoring automático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Plataformas: Test Automation University · Codecademy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Aprender haciendo &gt; solo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Diseño de un reto gamificado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Objetivo claro (ej. bajar flake bajo umbral)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Score automático (tests verdes + métricas)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Feedback inmediato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Lo hicieron ayer (Reto 1) y hoy (Reto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Mini-caso integrado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RPA valida carga en backoffice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GE valida dataset ETL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Modelo ML decide aprobación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Dashboard QA alerta leakage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Pregunta: ¿dónde pondrían el primer control?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Cierre Bloque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Personas + procesos + datos + modelos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Falta el marco que ordena la evolución: TMMi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TMMi · madurez ·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Ver guía del instructor para el relato completo.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¿Qué es TMMi?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Test Management Maturity Model Integration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Niveles de evolución de la organización de testing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Prácticas recomendadas por nivel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No es una herramienta: es un mapa de madurez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Niveles (visión práctica)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Día 1 (métricas + dashboards) empuja hacia “Medido”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Retos y CI empujan hacia “Optimizado”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Pregunta: ¿en qué nivel está su equipo hoy?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Inicial → Gestionado → Definido → Medido → Optimizado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Dashboards centralizados de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Cobertura · defectos · flakiness en un solo lugar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Prometheus + Grafana (+ Kibana/Loki para logs)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Gestión centralizada = misma verdad para QA, Dev y liderazgo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Estrategia sostenible de validación continua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Políticas (Bloque 1)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Métricas con umbral (Bloque 2)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Observabilidad (Bloques 3–4)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Datos + ML (Bloques 5–6)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Procesos RPA + aprendizaje (Bloque 7)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Madurez TMMi (Bloque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Tablero de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Ver guía del instructor para el relato completo.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Consolidación Reto 1 + Reto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Reto 1: calidad del sistema de pruebas (observable)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Reto 2: calidad de datos y modelo (validada en CI)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Juntos: gobernanza de punta a punta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Casos y dudas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Discutir situaciones reales del grupo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Resolver dudas de conceptos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Regla: toda respuesta anclada a métrica, política o evidencia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Checklist final del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Sé explicar flake, leakage y effectiveness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Levanté el dashboard QA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Corrí el lab de datos/ML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Ubico RPA, simulación y gamificación en la estrategia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Relaciono todo con un nivel TMMi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Cierre y siguientes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Lleven un umbral y un dueño a su trabajo el lunes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Publiquen al menos una métrica donde todo el equipo la vea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Madurez no es un certificado: es un hábito medible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Certificación 6 —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2 · Slide 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Materiales en curso6/dia2/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Proyecto en proyectos/ml-data-quality-lab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¡A gobernar con evidencia!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