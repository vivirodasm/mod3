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Madurez, Gobernanza y Estrategia de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Certificación 6 · Día 1 autónomo · 4 horas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Gobernanza · métricas · dashboards · Reto 1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Formato: 45 min trabajo + 15 min descanso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Agenda del Día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Bloque 1: Gobernanza de la automatización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Bloque 2: Métricas de calidad y efectividad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Bloque 3: Dashboards observables (Prometheus / Grafana / Kibana)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Bloque 4: Reto 1 — dashboard de gobernanza QA en 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Objetivos de aprendizaje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Aplicar gobernanza y métricas avanzadas (flake rate, defect leakage, test effectiveness)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Preparar automatización en IA, datos y RPA (MLflow, UiPath, Great Expectations)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Diseñar madurez sostenible con TMMi y validación continua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¿Cómo mediremos el éxito?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Políticas + métricas + dashboards observables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Labs ejecutables (no solo teoría)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Criterio final: decisiones de calidad defendibles ante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Mapa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Reto 1 hoy · Reto 2 mañana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Todo el contenido sale del temario oficial de Certificación 6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Día 1: Gobernar y medir | Día 2: IA/datos + RPA + madurez TMMi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¿Qué es gobernanza de pruebas?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No es “tener muchos tests”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 políticas, criterios y trazabilidad que todos entienden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Pregunta guía: ¿quién decide qué se automatiza y por qué?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Políticas de automatización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Qué automatizar (regresión crítica, contratos, smoke)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Qué NO automatizar (exploratorio puro, UI inestable sin valor)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Criterios de cobertura ligados a riesgo de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Criterios de cobertura con sentido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Cobertura ≠ porcentaje mágico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Priorizar flujos de dinero, autenticación y datos sensibles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Cada automatización debe tener dueño y criterio de éxito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Deuda técnica en pruebas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Tests frágiles, duplicados, sin datos controlados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Suite lenta que nadie corre = deuda invisible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Gobernanza = presupuesto para pagar esa deuda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Auditoría, cumplimiento y trazabilidad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¿Qué se probó? ¿Cuándo? ¿Con qué evidencia?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Requisito en industrias reguladas — y buena práctica en todas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Trazabilidad: requisito → caso → automatización → resultado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Herramientas de gobernanza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TestRail — Gestión de casos y ciclos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Zephyr Scale — Trazabilidad en Jira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Allure TestOps — Resultados + analítica de suites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La herramienta no reemplaza la política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Mini-caso: sin política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Equipo A automatiza todo lo clickable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Equipo B solo smoke manual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Resultado: cobertura engañosa + fugas a producción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Debate: ¿dónde falla la gobernanza?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Checklist de gobernanza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Política escrita de automatización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Criterios de cobertura por riesgo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Dueño de deuda de tests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Evidencia auditable por release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Herramienta alineada al proceso (no al revés)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Cierre Bloque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Gobernanza = reglas + evidencia + dueños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Mañana hablamos de RPA e IA; hoy medimos lo que importa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Siguiente: las métricas que hacen visible la calidad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Métricas de calidad y efectividad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Flake rate · test debt · test effectiveness · defect leakage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Calculamos juntos · sin fórmulas mágicas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Por qué medir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 que no se mide se discute con opiniones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Métricas buenas cambian comportamiento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Métricas malas incentivan “maquillaje” de cobertura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Flake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Flaky = a veces pasa, a veces falla, sin cambio de código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Umbral típico de alerta en el lab: &gt; 10%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Flake alto destruye confianza en CI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flake rate = tests flaky / tests ejecutados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Defect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Mide lo que “se escapó” del muro de calidad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Umbral crítico lab: &gt; 12%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Pregunta: ¿fuga por falta de pruebas o por mal alcance?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defect leakage = defectos en prod / defectos totales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Test effectiveness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Complemento del leakage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Umbral lab: &lt; 0.85 = warning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Objetivo: que el test encuentre antes que el usuario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effectiveness ≈ defectos hallados en test / defectos totales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Test debt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Deuda = esfuerzo pendiente para volver la suite sana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Señales: skips eternos, waits fijos, asserts débiles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 gestiona como backlog con prioridad de riesgo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Cobertura y priorización por riesgo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Cobertura por microservicio (auth, payments, catalog…)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Más riesgo → más profundidad de prueba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Menos riesgo → smoke + monitoreo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Ejercicio en vivo: calcular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100 tests · 9 flaky → flake = 0.09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20 bugs totales · 3 en prod → leakage = 0.15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Effectiveness ≈ 0.85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¿Qué harían primero: bajar flake o bajar leakage?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Dashboard 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Cuatro números · una conversación con liderazgo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Siguiente bloque: llevarlos a Prometheus + Grafana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Flake ↓   Leakage ↓   Effectiveness ↑   Cobertura (riesgo)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Cierre Bloque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Métricas con umbral &gt; métricas “bonitas”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Ya tienen el lenguaje del Reto 1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Café y volvemos a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Dashboards observables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Prometheus · Grafana · Kibana / Loki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Diseño del Reto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Observabilidad para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No solo logs de app: salud de la calidad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Métricas scrapeables + paneles + alertas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 nadie mira el dashboard, no existe gobernanza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Stack del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Kibana/Loki: logs y correlación (concepto)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Puertos lab: 8000 / 9090 / 3000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Exporter (métricas QA) |     ↓ scrape | Prometheus (+ alertas) |     ↓ query | Grafana (dashboard)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Prometheus en una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Guarda series de tiempo y evalúa reglas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Scrape cada 10s al exporter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Alertas: HighFlakeRate, HighDefectLeakage, LowEffectiveness, LowCoverage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Grafana en una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Convierte queries en paneles legibles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Dashboard provisionado: *QA Governance Dashboard*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Login demo: admin / admin (solo lab)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Kibana y Loki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Kibana: exploración de logs/eventos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Loki: logs ligeros alineados a Grafana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Uso típico: correlacionar flake con deploy o cambio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Métricas del exporter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qa_flake_rate{service=...}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qa_defect_leakage{service=...}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qa_test_effectiveness_ratio{service=...}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qa_coverage{service=...}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Servicios demo: auth · payments · catalog · notifications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Umbrales críticos del Reto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Flake rate — &gt; 0.10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Defect leakage — &gt; 0.12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Effectiveness — &lt; 0.85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Cobertura — &lt; 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Preparación del Reto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Docker Desktop (Win/Mac)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Carpeta: proyectos/qa-governance-dashboard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generate_history = siembra ~3 días de datos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python scripts/generate_history.py | docker compose up -d --build | curl http://127.0.0.1:8000/metrics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Plan B si Docker falla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Revisar que Docker Desktop esté “Running”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Liberar puertos 8000/9090/3000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Mac: no usar puerto 5000 (AirPlay)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Instructor comparte pantalla con stack ya levantado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Cierre Bloque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Ya saben qué van a construir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Siguiente bloque: manos en el teclado · Reto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Reto 1 — Dashboard de gobernanza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Construir · visualizar · interpretar alertas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Enunciado del Reto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flake rate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defect leakage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test effectiveness ratio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cobertura por microservicio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Paso 1: levantar el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exporter healthy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Prometheus con histórico ~3 días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Grafana en :3000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cd proyectos/qa-governance-dashboard | python scripts/generate_history.py | docker compose up -d --build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Paso 2: validar métricas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Buscar líneas qa_flake_rate y qa_defect_leakage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curl http://127.0.0.1:8000/ | curl http://127.0.0.1:8000/metrics | curl http://127.0.0.1:9090/-/ready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Paso 3: abrir Grafana (clic a clic)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Mirar panel de alertas + paneles por servicio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Identificar el servicio “más rojo” (payments / notifications)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Paso 4: alertas en Prometheus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Alertas: http://localhost:9090/alerts → estado firing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Graph (opcional): http://localhost:9090/graph?g0.expr=qa_flake_rate&amp;g0.range_input=3d&amp;g0.tab=0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 el Graph está vacío: falta la query qa_flake_rate (no abrir solo :9090)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Relacionar alertas con umbrales del slide 32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Discusión: ¿qué acción de gobernanza tomarían?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Debrief del Reto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¿Qué servicio priorizarían para reducir deuda?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¿La alerta es ruido o señal?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Gobernanza = métrica + umbral + dueño + acción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Cierre Día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Cierre Día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Hoy: gobernar, medir y visualizar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Mañana: IA/ML, datos ETL, RPA, gamificación y TMMi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Tarea opcional: anotar 3 métricas de su trabajo actual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Gracias — nos vemos en el Día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Certificación 6 · Día 1 · Slide 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Material: proyectos/qa-governance-dashboard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Dudas al chat / foro del curso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Madurez, Gobernanza y Estrategia de Calidad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